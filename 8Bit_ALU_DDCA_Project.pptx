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35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8A0FCA-D1DF-FC97-B51A-79362463C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12" y="218906"/>
            <a:ext cx="7455877" cy="473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76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22960"/>
            <a:ext cx="20116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&amp; COMPUTER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of an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Arithmetic Logic Unit (ALU)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Domain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ALU?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Logic Unit is the core computational engine of a CPU. It performs all arithmetic and logical operations required by a processor.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8-Bit?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8-bit ALU processes two 8-bit operands and is the foundational building block used in educational processors and simple microcontrollers.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designs, implements (Logisim / HDL), and simulates an 8-bit ALU that supports essential arithmetic and logic operations under control signals.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Functional 8-Bit ALU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processors contain complex ALUs, but students need a clear, verifiable design to understand the fundamentals.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 of existing educational approaches: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Lack of unified arithmetic + logic unit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Incomplete operation sets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status flags and verification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simulate and debug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modular 8-bit ALU that: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Combines arithmetic &amp; logic in one unit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clear control/select signals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simulation &amp; verification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Produces status flags (Carry, Zero…)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as a learning foundation for processor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Goals of the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252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270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complete 8-bit ALU architecture that integrates both arithmetic and logical operations.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1214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95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 the design in Logisim (circuit) and/or HDL with selectable operations via control signals.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63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990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644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ALU with diverse 8-bit input combinations and operation codes to verify correctness.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319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8587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330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correct results and status flag behavior for representative test cases and edge conditions.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LITERATURE / EXISTING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Approaches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91440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070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Units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educational designs treat adder and logic gates as independent circuits, making it hard to see the unified ALU concept.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65960"/>
            <a:ext cx="91440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756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Operations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3500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projects often support only ADD/SUB or only a few logic gates, omitting a complete operation set.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34640"/>
            <a:ext cx="91440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443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 Generation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2186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flags (Carry, Zero, Overflow) are frequently omitted, reducing realism for processor design.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703320"/>
            <a:ext cx="91440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130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Verification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0873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student projects systematically simulate all opcodes and boundary conditions with documented results.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PROPOSED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8-Bit ALU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functional unit combining arithmetic and logic paths selected by opcode.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Operation 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SUB, AND, OR, XOR, NOT (+ optional INC/DEC) via 3-bit control.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Flags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/ Borrow and Zero flags generated for realistic processor behavior.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Ready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3520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testable in Logisim with documented waveforms and truth tables.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of the 8-Bit ALU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4E6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Select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2801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 / SUB)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2926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0632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Unit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 / 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/ NOT)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2011680"/>
            <a:ext cx="1645920" cy="1463040"/>
          </a:xfrm>
          <a:prstGeom prst="roundRect">
            <a:avLst>
              <a:gd name="adj" fmla="val 5000"/>
            </a:avLst>
          </a:prstGeom>
          <a:solidFill>
            <a:srgbClr val="0C4A6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240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057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320040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3375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2194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89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METHODOLOGY &amp; 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 &amp; Working Principle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operations &amp; opcode encoding (3-bit)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8-bit adder/subtractor (2’s complement)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parallel logic gates for AND/OR/XOR/NOT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MUX to select final result based on opcode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Carry and Zero flags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86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Logisim &amp; create test vectors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109728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TABLE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737360"/>
          <a:ext cx="3200400" cy="246887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+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−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∧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∨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⊕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∼A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RESULTS &amp; DISCUSSION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Verification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test cases verified in simulation (Logisim / waveform):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926077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(dec)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(dec)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(C=1)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8-bit ALU integrating arithmetic and logical operations under a unified control scheme.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574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simulated &amp; verified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selected operations produce correct results; Carry and Zero flags behave as expected.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803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foundation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modular design serves as a clear learning platform for understanding CPU datapath components.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7033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977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shift/rotate, more flags, FPGA implementation, or integration into a simple 8-bit processor.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4892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15  •  B.Tech AI &amp; DS  •  DDCA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BINIL BINO  •  KODURI VENKATA SAI MADHAVI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VATHSAVAYI NIKHIL CHANDRA VARMA  •  ANANTA GOPAL KUANR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Design &amp; Simulation of 8-Bit ALU  |  Group 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969</Words>
  <Application>Microsoft Office PowerPoint</Application>
  <PresentationFormat>On-screen Show (16:9)</PresentationFormat>
  <Paragraphs>209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an 8-Bit Arithmetic Logic Unit (ALU)</dc:title>
  <dc:subject>DDCA Project Presentation</dc:subject>
  <dc:creator>Group 15 - B.Tech AI&amp;DS</dc:creator>
  <cp:lastModifiedBy>Binil Bino</cp:lastModifiedBy>
  <cp:revision>3</cp:revision>
  <dcterms:created xsi:type="dcterms:W3CDTF">2026-09-19T09:24:11Z</dcterms:created>
  <dcterms:modified xsi:type="dcterms:W3CDTF">2026-09-19T10:01:55Z</dcterms:modified>
</cp:coreProperties>
</file>