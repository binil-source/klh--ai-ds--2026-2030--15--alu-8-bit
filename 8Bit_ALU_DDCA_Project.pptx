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67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8" r:id="rId10"/>
    <p:sldId id="263" r:id="rId11"/>
    <p:sldId id="264" r:id="rId12"/>
    <p:sldId id="265" r:id="rId13"/>
    <p:sldId id="266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13515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78A0FCA-D1DF-FC97-B51A-79362463C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012" y="218906"/>
            <a:ext cx="7455877" cy="4732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6376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48920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822960"/>
            <a:ext cx="2011680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DESIGN &amp; COMPUTER ARCHITECTURE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Simulation of an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8-Bit Arithmetic Logic Unit (ALU)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333756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DDCA Project  |  Design &amp; Simulation of 8-Bit ALU  |  Group 15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48920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|  INTRODUCTION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Domain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743200" cy="32004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188720"/>
            <a:ext cx="2743200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463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an ALU?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05740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Arithmetic Logic Unit is the core computational engine of a CPU. It performs all arithmetic and logical operations required by a processor.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188720"/>
            <a:ext cx="2743200" cy="32004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/>
        </p:spPr>
      </p:sp>
      <p:sp>
        <p:nvSpPr>
          <p:cNvPr id="10" name="Shape 8"/>
          <p:cNvSpPr/>
          <p:nvPr/>
        </p:nvSpPr>
        <p:spPr>
          <a:xfrm>
            <a:off x="3246120" y="1188720"/>
            <a:ext cx="2743200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463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8-Bit?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29000" y="205740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8-bit ALU processes two 8-bit operands and is the foundational building block used in educational processors and simple microcontrollers.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743200" cy="32004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/>
        </p:spPr>
      </p:sp>
      <p:sp>
        <p:nvSpPr>
          <p:cNvPr id="14" name="Shape 12"/>
          <p:cNvSpPr/>
          <p:nvPr/>
        </p:nvSpPr>
        <p:spPr>
          <a:xfrm>
            <a:off x="6126480" y="1188720"/>
            <a:ext cx="2743200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0" y="1463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Focus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09360" y="205740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designs, implements (Logisim / HDL), and simulates an 8-bit ALU that supports essential arithmetic and logic operations under control signals.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DDCA Project  |  Design &amp; Simulation of 8-Bit ALU  |  Group 15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48920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|  PROBLEM STATEMENT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for a Functional 8-Bit ALU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4023360" cy="3383280"/>
          </a:xfrm>
          <a:prstGeom prst="roundRect">
            <a:avLst>
              <a:gd name="adj" fmla="val 2703"/>
            </a:avLst>
          </a:prstGeom>
          <a:solidFill>
            <a:srgbClr val="1E293B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325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processors contain complex ALUs, but students need a clear, verifiable design to understand the fundamentals.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limitations of existing educational approaches: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Lack of unified arithmetic + logic unit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Incomplete operation sets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Missing status flags and verification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Hard to simulate and debug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143000"/>
            <a:ext cx="4023360" cy="3383280"/>
          </a:xfrm>
          <a:prstGeom prst="roundRect">
            <a:avLst>
              <a:gd name="adj" fmla="val 2703"/>
            </a:avLst>
          </a:prstGeom>
          <a:solidFill>
            <a:srgbClr val="1E293B"/>
          </a:solidFill>
          <a:ln/>
        </p:spPr>
      </p:sp>
      <p:sp>
        <p:nvSpPr>
          <p:cNvPr id="9" name="Text 7"/>
          <p:cNvSpPr/>
          <p:nvPr/>
        </p:nvSpPr>
        <p:spPr>
          <a:xfrm>
            <a:off x="4892040" y="1325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9204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modular 8-bit ALU that: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Combines arithmetic &amp; logic in one unit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Uses clear control/select signals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Supports simulation &amp; verification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Produces status flags (Carry, Zero…)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Serves as a learning foundation for processor design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DDCA Project  |  Design &amp; Simulation of 8-Bit ALU  |  Group 15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48920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|  OBJECTIVES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Goals of the Project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777240"/>
          </a:xfrm>
          <a:prstGeom prst="roundRect">
            <a:avLst>
              <a:gd name="adj" fmla="val 9412"/>
            </a:avLst>
          </a:prstGeom>
          <a:solidFill>
            <a:srgbClr val="1E29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32588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252728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1527048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 complete 8-bit ALU architecture that integrates both arithmetic and logical operations.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011680"/>
            <a:ext cx="8412480" cy="777240"/>
          </a:xfrm>
          <a:prstGeom prst="roundRect">
            <a:avLst>
              <a:gd name="adj" fmla="val 9412"/>
            </a:avLst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19456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71600" y="2121408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2395728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 the design in Logisim (circuit) and/or HDL with selectable operations via control signals.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2880360"/>
            <a:ext cx="8412480" cy="777240"/>
          </a:xfrm>
          <a:prstGeom prst="roundRect">
            <a:avLst>
              <a:gd name="adj" fmla="val 9412"/>
            </a:avLst>
          </a:prstGeom>
          <a:solidFill>
            <a:srgbClr val="1E293B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06324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371600" y="2990088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71600" y="3264408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ALU with diverse 8-bit input combinations and operation codes to verify correctness.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65760" y="3749040"/>
            <a:ext cx="8412480" cy="777240"/>
          </a:xfrm>
          <a:prstGeom prst="roundRect">
            <a:avLst>
              <a:gd name="adj" fmla="val 9412"/>
            </a:avLst>
          </a:prstGeom>
          <a:solidFill>
            <a:srgbClr val="1E293B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93192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371600" y="3858768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71600" y="4133088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correct results and status flag behavior for representative test cases and edge conditions.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DDCA Project  |  Design &amp; Simulation of 8-Bit ALU  |  Group 15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48920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|  LITERATURE / EXISTING SYSTEM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Approaches &amp; Limitations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777240"/>
          </a:xfrm>
          <a:prstGeom prst="roundRect">
            <a:avLst>
              <a:gd name="adj" fmla="val 9412"/>
            </a:avLst>
          </a:prstGeom>
          <a:solidFill>
            <a:srgbClr val="1E293B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097280"/>
            <a:ext cx="91440" cy="7772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2070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Units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1481328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educational designs treat adder and logic gates as independent circuits, making it hard to see the unified ALU concept.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965960"/>
            <a:ext cx="8412480" cy="777240"/>
          </a:xfrm>
          <a:prstGeom prst="roundRect">
            <a:avLst>
              <a:gd name="adj" fmla="val 9412"/>
            </a:avLst>
          </a:prstGeom>
          <a:solidFill>
            <a:srgbClr val="1E293B"/>
          </a:solidFill>
          <a:ln/>
        </p:spPr>
      </p:sp>
      <p:sp>
        <p:nvSpPr>
          <p:cNvPr id="10" name="Shape 8"/>
          <p:cNvSpPr/>
          <p:nvPr/>
        </p:nvSpPr>
        <p:spPr>
          <a:xfrm>
            <a:off x="365760" y="1965960"/>
            <a:ext cx="91440" cy="7772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07568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Operations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" y="2350008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projects often support only ADD/SUB or only a few logic gates, omitting a complete operation set.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2834640"/>
            <a:ext cx="8412480" cy="777240"/>
          </a:xfrm>
          <a:prstGeom prst="roundRect">
            <a:avLst>
              <a:gd name="adj" fmla="val 9412"/>
            </a:avLst>
          </a:prstGeom>
          <a:solidFill>
            <a:srgbClr val="1E293B"/>
          </a:solidFill>
          <a:ln/>
        </p:spPr>
      </p:sp>
      <p:sp>
        <p:nvSpPr>
          <p:cNvPr id="14" name="Shape 12"/>
          <p:cNvSpPr/>
          <p:nvPr/>
        </p:nvSpPr>
        <p:spPr>
          <a:xfrm>
            <a:off x="365760" y="2834640"/>
            <a:ext cx="91440" cy="7772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94436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Flag Generation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3218688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flags (Carry, Zero, Overflow) are frequently omitted, reducing realism for processor design.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65760" y="3703320"/>
            <a:ext cx="8412480" cy="777240"/>
          </a:xfrm>
          <a:prstGeom prst="roundRect">
            <a:avLst>
              <a:gd name="adj" fmla="val 9412"/>
            </a:avLst>
          </a:prstGeom>
          <a:solidFill>
            <a:srgbClr val="1E293B"/>
          </a:solidFill>
          <a:ln/>
        </p:spPr>
      </p:sp>
      <p:sp>
        <p:nvSpPr>
          <p:cNvPr id="18" name="Shape 16"/>
          <p:cNvSpPr/>
          <p:nvPr/>
        </p:nvSpPr>
        <p:spPr>
          <a:xfrm>
            <a:off x="365760" y="3703320"/>
            <a:ext cx="91440" cy="7772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81304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Verification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5800" y="4087368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student projects systematically simulate all opcodes and boundary conditions with documented results.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DDCA Project  |  Design &amp; Simulation of 8-Bit ALU  |  Group 15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48920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|  PROPOSED SYSTEM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8-Bit ALU Solution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4114800" cy="1554480"/>
          </a:xfrm>
          <a:prstGeom prst="roundRect">
            <a:avLst>
              <a:gd name="adj" fmla="val 5882"/>
            </a:avLst>
          </a:prstGeom>
          <a:solidFill>
            <a:srgbClr val="1E293B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Design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functional unit combining arithmetic and logic paths selected by opcode.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143000"/>
            <a:ext cx="4114800" cy="1554480"/>
          </a:xfrm>
          <a:prstGeom prst="roundRect">
            <a:avLst>
              <a:gd name="adj" fmla="val 5882"/>
            </a:avLst>
          </a:prstGeom>
          <a:solidFill>
            <a:srgbClr val="1E293B"/>
          </a:solidFill>
          <a:ln/>
        </p:spPr>
      </p:sp>
      <p:sp>
        <p:nvSpPr>
          <p:cNvPr id="9" name="Text 7"/>
          <p:cNvSpPr/>
          <p:nvPr/>
        </p:nvSpPr>
        <p:spPr>
          <a:xfrm>
            <a:off x="489204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Operation Set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ADD, SUB, AND, OR, XOR, NOT (+ optional INC/DEC) via 3-bit control.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2834640"/>
            <a:ext cx="4114800" cy="1554480"/>
          </a:xfrm>
          <a:prstGeom prst="roundRect">
            <a:avLst>
              <a:gd name="adj" fmla="val 5882"/>
            </a:avLst>
          </a:prstGeom>
          <a:solidFill>
            <a:srgbClr val="1E293B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3063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Flags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94360" y="35204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/ Borrow and Zero flags generated for realistic processor behavior.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63440" y="2834640"/>
            <a:ext cx="4114800" cy="1554480"/>
          </a:xfrm>
          <a:prstGeom prst="roundRect">
            <a:avLst>
              <a:gd name="adj" fmla="val 5882"/>
            </a:avLst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4892040" y="3063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Ready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892040" y="35204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testable in Logisim with documented waveforms and truth tables.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DDCA Project  |  Design &amp; Simulation of 8-Bit ALU  |  Group 15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48920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|  SYSTEM 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Diagram of the 8-Bit ALU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828800" cy="822960"/>
          </a:xfrm>
          <a:prstGeom prst="roundRect">
            <a:avLst>
              <a:gd name="adj" fmla="val 8889"/>
            </a:avLst>
          </a:prstGeom>
          <a:solidFill>
            <a:srgbClr val="1E293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716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8-bit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1828800" cy="822960"/>
          </a:xfrm>
          <a:prstGeom prst="roundRect">
            <a:avLst>
              <a:gd name="adj" fmla="val 8889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3774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B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8-bit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1828800" cy="822960"/>
          </a:xfrm>
          <a:prstGeom prst="roundRect">
            <a:avLst>
              <a:gd name="adj" fmla="val 8889"/>
            </a:avLst>
          </a:prstGeom>
          <a:solidFill>
            <a:srgbClr val="164E6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832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Opcode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3-bit Select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017520" y="128016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1E293B"/>
          </a:solidFill>
          <a:ln/>
        </p:spPr>
      </p:sp>
      <p:sp>
        <p:nvSpPr>
          <p:cNvPr id="12" name="Text 10"/>
          <p:cNvSpPr/>
          <p:nvPr/>
        </p:nvSpPr>
        <p:spPr>
          <a:xfrm>
            <a:off x="3017520" y="146304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(ADD / SUB)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017520" y="292608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1E293B"/>
          </a:solidFill>
          <a:ln/>
        </p:spPr>
      </p:sp>
      <p:sp>
        <p:nvSpPr>
          <p:cNvPr id="14" name="Text 12"/>
          <p:cNvSpPr/>
          <p:nvPr/>
        </p:nvSpPr>
        <p:spPr>
          <a:xfrm>
            <a:off x="3017520" y="306324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Unit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(AND / OR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 / NOT)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43600" y="201168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0C4A6E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0" y="224028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MUX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955280" y="1828800"/>
            <a:ext cx="914400" cy="1097280"/>
          </a:xfrm>
          <a:prstGeom prst="roundRect">
            <a:avLst>
              <a:gd name="adj" fmla="val 8000"/>
            </a:avLst>
          </a:prstGeom>
          <a:solidFill>
            <a:srgbClr val="0EA5E9"/>
          </a:solidFill>
          <a:ln/>
        </p:spPr>
      </p:sp>
      <p:sp>
        <p:nvSpPr>
          <p:cNvPr id="18" name="Text 16"/>
          <p:cNvSpPr/>
          <p:nvPr/>
        </p:nvSpPr>
        <p:spPr>
          <a:xfrm>
            <a:off x="7955280" y="20574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8-bit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772400" y="3200400"/>
            <a:ext cx="1097280" cy="822960"/>
          </a:xfrm>
          <a:prstGeom prst="roundRect">
            <a:avLst>
              <a:gd name="adj" fmla="val 8889"/>
            </a:avLst>
          </a:prstGeom>
          <a:solidFill>
            <a:srgbClr val="1E293B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0" y="333756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/ Z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331720" y="219456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440680" y="24688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589520" y="2468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DDCA Project  |  Design &amp; Simulation of 8-Bit ALU  |  Group 15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18554AA-3D96-9E2C-690B-F3FA1C293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548" y="1085720"/>
            <a:ext cx="5866227" cy="3584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722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48920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|  METHODOLOGY &amp; IMPLEMENTATION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Steps &amp; Working Principle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65760" cy="36576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430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11430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operations &amp; opcode encoding (3-bit)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365760" cy="36576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6916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16916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8-bit adder/subtractor (2’s complement)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365760" cy="36576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2402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parallel logic gates for AND/OR/XOR/NOT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743200"/>
            <a:ext cx="365760" cy="36576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7889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" y="27889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MUX to select final result based on opcode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365760" cy="36576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3375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33375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Carry and Zero flags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365760" cy="36576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8862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05840" y="38862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in Logisim &amp; create test vectors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303520" y="1097280"/>
            <a:ext cx="3474720" cy="3383280"/>
          </a:xfrm>
          <a:prstGeom prst="roundRect">
            <a:avLst>
              <a:gd name="adj" fmla="val 2703"/>
            </a:avLst>
          </a:prstGeom>
          <a:solidFill>
            <a:srgbClr val="1E293B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0" y="12801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OPCODE TABLE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32120" y="1737360"/>
          <a:ext cx="3200400" cy="2468879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269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8BDF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Sel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8BDF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8BDF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Function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2E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2E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2E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+ B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2E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2E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2E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− B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2E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2E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2E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∧ B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2E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2E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2E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∨ B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2E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2E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XOR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2E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⊕ B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2E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2E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2E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∼A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27" name="Text 24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DDCA Project  |  Design &amp; Simulation of 8-Bit ALU  |  Group 15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48920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|  RESULTS &amp; DISCUSSION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Verification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 test cases verified in simulation (Logisim / waveform):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2926077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(dec)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(dec)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(C=1)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DDCA Project  |  Design &amp; Simulation of 8-Bit ALU  |  Group 15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48920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|  CONCLUSION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Achievements &amp; Summary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73152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234440"/>
            <a:ext cx="7955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 designed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" y="150876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8-bit ALU integrating arithmetic and logical operations under a unified control scheme.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1965960"/>
            <a:ext cx="8412480" cy="73152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2057400"/>
            <a:ext cx="7955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simulated &amp; verified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233172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selected operations produce correct results; Carry and Zero flags behave as expected.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2788920"/>
            <a:ext cx="8412480" cy="73152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2880360"/>
            <a:ext cx="7955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 foundation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315468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modular design serves as a clear learning platform for understanding CPU datapath components.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3611880"/>
            <a:ext cx="8412480" cy="73152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703320"/>
            <a:ext cx="7955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4360" y="397764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with shift/rotate, more flags, FPGA implementation, or integration into a simple 8-bit processor.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DDCA Project  |  Design &amp; Simulation of 8-Bit ALU  |  Group 15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48920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0" y="2743200"/>
            <a:ext cx="274320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15  •  B.Tech AI &amp; DS  •  DDCA Project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4747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BINIL BINO  •  KODURI VENKATA SAI MADHAVI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VATHSAVAYI NIKHIL CHANDRA VARMA  •  ANANTA GOPAL KUANR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DDCA Project  |  Design &amp; Simulation of 8-Bit ALU  |  Group 15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969</Words>
  <Application>Microsoft Office PowerPoint</Application>
  <PresentationFormat>On-screen Show (16:9)</PresentationFormat>
  <Paragraphs>209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and Simulation of an 8-Bit Arithmetic Logic Unit (ALU)</dc:title>
  <dc:subject>DDCA Project Presentation</dc:subject>
  <dc:creator>Group 15 - B.Tech AI&amp;DS</dc:creator>
  <cp:lastModifiedBy>Binil Bino</cp:lastModifiedBy>
  <cp:revision>4</cp:revision>
  <dcterms:created xsi:type="dcterms:W3CDTF">2026-09-19T09:24:11Z</dcterms:created>
  <dcterms:modified xsi:type="dcterms:W3CDTF">2026-09-21T09:45:58Z</dcterms:modified>
</cp:coreProperties>
</file>